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BM Plex Mono" charset="1" panose="020B0509050203000203"/>
      <p:regular r:id="rId20"/>
    </p:embeddedFont>
    <p:embeddedFont>
      <p:font typeface="Cabin Medium" charset="1" panose="00000600000000000000"/>
      <p:regular r:id="rId21"/>
    </p:embeddedFont>
    <p:embeddedFont>
      <p:font typeface="Muli Bold" charset="1" panose="00000800000000000000"/>
      <p:regular r:id="rId22"/>
    </p:embeddedFont>
    <p:embeddedFont>
      <p:font typeface="Muli" charset="1" panose="00000500000000000000"/>
      <p:regular r:id="rId23"/>
    </p:embeddedFont>
    <p:embeddedFont>
      <p:font typeface="Muli Ultra-Bold" charset="1" panose="000009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434" y="0"/>
            <a:ext cx="18430868" cy="10287000"/>
          </a:xfrm>
          <a:custGeom>
            <a:avLst/>
            <a:gdLst/>
            <a:ahLst/>
            <a:cxnLst/>
            <a:rect r="r" b="b" t="t" l="l"/>
            <a:pathLst>
              <a:path h="10287000" w="18430868">
                <a:moveTo>
                  <a:pt x="0" y="0"/>
                </a:moveTo>
                <a:lnTo>
                  <a:pt x="18430868" y="0"/>
                </a:lnTo>
                <a:lnTo>
                  <a:pt x="184308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68205" y="1714501"/>
            <a:ext cx="12751589" cy="6857997"/>
          </a:xfrm>
          <a:custGeom>
            <a:avLst/>
            <a:gdLst/>
            <a:ahLst/>
            <a:cxnLst/>
            <a:rect r="r" b="b" t="t" l="l"/>
            <a:pathLst>
              <a:path h="6857997" w="12751589">
                <a:moveTo>
                  <a:pt x="0" y="0"/>
                </a:moveTo>
                <a:lnTo>
                  <a:pt x="12751590" y="0"/>
                </a:lnTo>
                <a:lnTo>
                  <a:pt x="12751590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78251" y="2834225"/>
            <a:ext cx="2838354" cy="55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591" spc="7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[ViralMind Design System]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49235" y="3532143"/>
            <a:ext cx="9989531" cy="338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7"/>
              </a:lnSpc>
            </a:pPr>
            <a:r>
              <a:rPr lang="en-US" b="true" sz="8570" spc="-171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Kỷ nguyên Giao diện</a:t>
            </a:r>
          </a:p>
          <a:p>
            <a:pPr algn="ctr">
              <a:lnSpc>
                <a:spcPts val="8827"/>
              </a:lnSpc>
            </a:pPr>
            <a:r>
              <a:rPr lang="en-US" b="true" sz="8570" spc="-171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Mới của ViralMind:</a:t>
            </a:r>
          </a:p>
          <a:p>
            <a:pPr algn="ctr">
              <a:lnSpc>
                <a:spcPts val="8827"/>
              </a:lnSpc>
            </a:pPr>
            <a:r>
              <a:rPr lang="en-US" b="true" sz="8570" spc="-171">
                <a:solidFill>
                  <a:srgbClr val="F8D489"/>
                </a:solidFill>
                <a:latin typeface="Cabin Medium"/>
                <a:ea typeface="Cabin Medium"/>
                <a:cs typeface="Cabin Medium"/>
                <a:sym typeface="Cabin Medium"/>
              </a:rPr>
              <a:t>Nền tảng UI Kit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3016" y="7562021"/>
            <a:ext cx="5381814" cy="25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58"/>
              </a:lnSpc>
            </a:pPr>
            <a:r>
              <a:rPr lang="en-US" sz="1541" spc="77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Version 2.0 | Bản phát hành Mùa Xuân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2997" y="9970832"/>
            <a:ext cx="1087421" cy="20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242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Notebook&lt;LM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434" y="0"/>
            <a:ext cx="18430868" cy="10287000"/>
          </a:xfrm>
          <a:custGeom>
            <a:avLst/>
            <a:gdLst/>
            <a:ahLst/>
            <a:cxnLst/>
            <a:rect r="r" b="b" t="t" l="l"/>
            <a:pathLst>
              <a:path h="10287000" w="18430868">
                <a:moveTo>
                  <a:pt x="0" y="0"/>
                </a:moveTo>
                <a:lnTo>
                  <a:pt x="18430868" y="0"/>
                </a:lnTo>
                <a:lnTo>
                  <a:pt x="184308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3791" y="635200"/>
            <a:ext cx="14040417" cy="66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4432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Định hình Tương lai: Bảng điều khiển ViralMind 2026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13523" y="1714501"/>
            <a:ext cx="16260955" cy="6643685"/>
          </a:xfrm>
          <a:custGeom>
            <a:avLst/>
            <a:gdLst/>
            <a:ahLst/>
            <a:cxnLst/>
            <a:rect r="r" b="b" t="t" l="l"/>
            <a:pathLst>
              <a:path h="6643685" w="16260955">
                <a:moveTo>
                  <a:pt x="0" y="0"/>
                </a:moveTo>
                <a:lnTo>
                  <a:pt x="16260954" y="0"/>
                </a:lnTo>
                <a:lnTo>
                  <a:pt x="16260954" y="6643685"/>
                </a:lnTo>
                <a:lnTo>
                  <a:pt x="0" y="6643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53893" y="2143126"/>
            <a:ext cx="669726" cy="428625"/>
          </a:xfrm>
          <a:custGeom>
            <a:avLst/>
            <a:gdLst/>
            <a:ahLst/>
            <a:cxnLst/>
            <a:rect r="r" b="b" t="t" l="l"/>
            <a:pathLst>
              <a:path h="428625" w="669726">
                <a:moveTo>
                  <a:pt x="0" y="0"/>
                </a:moveTo>
                <a:lnTo>
                  <a:pt x="669726" y="0"/>
                </a:lnTo>
                <a:lnTo>
                  <a:pt x="66972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92615" y="5143500"/>
            <a:ext cx="442019" cy="428625"/>
          </a:xfrm>
          <a:custGeom>
            <a:avLst/>
            <a:gdLst/>
            <a:ahLst/>
            <a:cxnLst/>
            <a:rect r="r" b="b" t="t" l="l"/>
            <a:pathLst>
              <a:path h="428625" w="442019">
                <a:moveTo>
                  <a:pt x="0" y="0"/>
                </a:moveTo>
                <a:lnTo>
                  <a:pt x="442019" y="0"/>
                </a:lnTo>
                <a:lnTo>
                  <a:pt x="442019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97561" y="5786437"/>
            <a:ext cx="1982390" cy="1714499"/>
          </a:xfrm>
          <a:custGeom>
            <a:avLst/>
            <a:gdLst/>
            <a:ahLst/>
            <a:cxnLst/>
            <a:rect r="r" b="b" t="t" l="l"/>
            <a:pathLst>
              <a:path h="1714499" w="1982390">
                <a:moveTo>
                  <a:pt x="0" y="0"/>
                </a:moveTo>
                <a:lnTo>
                  <a:pt x="1982390" y="0"/>
                </a:lnTo>
                <a:lnTo>
                  <a:pt x="198239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21240" y="2571751"/>
            <a:ext cx="241101" cy="428625"/>
          </a:xfrm>
          <a:custGeom>
            <a:avLst/>
            <a:gdLst/>
            <a:ahLst/>
            <a:cxnLst/>
            <a:rect r="r" b="b" t="t" l="l"/>
            <a:pathLst>
              <a:path h="428625" w="241101">
                <a:moveTo>
                  <a:pt x="0" y="0"/>
                </a:moveTo>
                <a:lnTo>
                  <a:pt x="241101" y="0"/>
                </a:lnTo>
                <a:lnTo>
                  <a:pt x="241101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10251" y="3327321"/>
            <a:ext cx="1990534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3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LISBON, BALI, MEXICO CITY, CAPE TOWN, MEDELLIN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063259" y="3643313"/>
            <a:ext cx="5933775" cy="2357437"/>
          </a:xfrm>
          <a:custGeom>
            <a:avLst/>
            <a:gdLst/>
            <a:ahLst/>
            <a:cxnLst/>
            <a:rect r="r" b="b" t="t" l="l"/>
            <a:pathLst>
              <a:path h="2357437" w="5933775">
                <a:moveTo>
                  <a:pt x="0" y="0"/>
                </a:moveTo>
                <a:lnTo>
                  <a:pt x="5933775" y="0"/>
                </a:lnTo>
                <a:lnTo>
                  <a:pt x="5933775" y="2357437"/>
                </a:lnTo>
                <a:lnTo>
                  <a:pt x="0" y="23574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69327" y="2571751"/>
            <a:ext cx="227707" cy="428625"/>
          </a:xfrm>
          <a:custGeom>
            <a:avLst/>
            <a:gdLst/>
            <a:ahLst/>
            <a:cxnLst/>
            <a:rect r="r" b="b" t="t" l="l"/>
            <a:pathLst>
              <a:path h="428625" w="227707">
                <a:moveTo>
                  <a:pt x="0" y="0"/>
                </a:moveTo>
                <a:lnTo>
                  <a:pt x="227707" y="0"/>
                </a:lnTo>
                <a:lnTo>
                  <a:pt x="227707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81991" y="3214688"/>
            <a:ext cx="1995784" cy="1928812"/>
          </a:xfrm>
          <a:custGeom>
            <a:avLst/>
            <a:gdLst/>
            <a:ahLst/>
            <a:cxnLst/>
            <a:rect r="r" b="b" t="t" l="l"/>
            <a:pathLst>
              <a:path h="1928812" w="1995784">
                <a:moveTo>
                  <a:pt x="0" y="0"/>
                </a:moveTo>
                <a:lnTo>
                  <a:pt x="1995784" y="0"/>
                </a:lnTo>
                <a:lnTo>
                  <a:pt x="1995784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677994" y="4057216"/>
            <a:ext cx="995267" cy="29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b="true" sz="1890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$145.8B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2984" y="2233417"/>
            <a:ext cx="1216437" cy="1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VIRALMIND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13492" y="2247603"/>
            <a:ext cx="1695640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"/>
              </a:lnSpc>
            </a:pPr>
            <a:r>
              <a:rPr lang="en-US" b="true" sz="943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LAST UPDATE: 14:25 UTC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2247603"/>
            <a:ext cx="1750932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"/>
              </a:lnSpc>
            </a:pPr>
            <a:r>
              <a:rPr lang="en-US" b="true" sz="943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SYSTEM STATUS: </a:t>
            </a:r>
            <a:r>
              <a:rPr lang="en-US" b="true" sz="943">
                <a:solidFill>
                  <a:srgbClr val="7B9A55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OPTIMAL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85093" y="2247603"/>
            <a:ext cx="2838354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"/>
              </a:lnSpc>
            </a:pPr>
            <a:r>
              <a:rPr lang="en-US" b="true" sz="943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ALERT: </a:t>
            </a:r>
            <a:r>
              <a:rPr lang="en-US" b="true" sz="943">
                <a:solidFill>
                  <a:srgbClr val="E46C3D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CYBERSECURITY PROTOCOL ALPHA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22212" y="2778628"/>
            <a:ext cx="976836" cy="1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DATA TABLE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68785" y="2778628"/>
            <a:ext cx="2340720" cy="1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GLOBAL MOBILITY NETWORK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43125" y="2778628"/>
            <a:ext cx="1437608" cy="1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FINANCIAL PULSE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43010" y="5298942"/>
            <a:ext cx="2045826" cy="18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RESOURCE ALLOCATION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74881" y="5313128"/>
            <a:ext cx="1179576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Q4 REVENUE TREND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26187" y="5259550"/>
            <a:ext cx="645080" cy="24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"/>
              </a:lnSpc>
            </a:pPr>
            <a:r>
              <a:rPr lang="en-US" sz="8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PROJECTED Q1 2027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74881" y="5629120"/>
            <a:ext cx="829389" cy="23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641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$18.2B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26187" y="5629120"/>
            <a:ext cx="737235" cy="23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641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$20.1B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20219" y="5724608"/>
            <a:ext cx="1142714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SERVER CAPACITY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20219" y="6352115"/>
            <a:ext cx="1142714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BANDWIDTH USAGE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54341" y="7000196"/>
            <a:ext cx="1271730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ENERGY EFFICIENCY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112373" y="5964007"/>
            <a:ext cx="313325" cy="17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3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82%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12373" y="6601801"/>
            <a:ext cx="313325" cy="17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3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75%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64926" y="7249882"/>
            <a:ext cx="313325" cy="17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3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94%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30058" y="3060276"/>
            <a:ext cx="368617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NUBE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86096" y="3060276"/>
            <a:ext cx="350186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15859" y="3060276"/>
            <a:ext cx="110585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30058" y="3338025"/>
            <a:ext cx="70037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Lisbon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56334" y="3677496"/>
            <a:ext cx="829389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Mexico City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64180" y="4006680"/>
            <a:ext cx="829389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Cape Town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64180" y="4346151"/>
            <a:ext cx="829389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Cape Town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08887" y="4675335"/>
            <a:ext cx="70037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Medellin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112373" y="3338025"/>
            <a:ext cx="737235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2,450,000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112373" y="3677496"/>
            <a:ext cx="737235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1,550,000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12373" y="4006680"/>
            <a:ext cx="737235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332,000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112373" y="4346151"/>
            <a:ext cx="737235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753,000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112373" y="4675335"/>
            <a:ext cx="737235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330,000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55087" y="3338025"/>
            <a:ext cx="47920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+12.5%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55087" y="3677496"/>
            <a:ext cx="47920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+12.5%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55087" y="4006680"/>
            <a:ext cx="47920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+12.5%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55087" y="4346151"/>
            <a:ext cx="47920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+12.5%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55087" y="4675335"/>
            <a:ext cx="47920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+12.5%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268785" y="3345407"/>
            <a:ext cx="1179576" cy="23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641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2,450,000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268785" y="3152859"/>
            <a:ext cx="1474469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ACTIVE NOMADS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591074" y="3152859"/>
            <a:ext cx="1474469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NEW REGISTRATIONS (G3)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535781" y="3382763"/>
            <a:ext cx="479203" cy="14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1"/>
              </a:lnSpc>
            </a:pPr>
            <a:r>
              <a:rPr lang="en-US" sz="993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+12.5%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010251" y="3152859"/>
            <a:ext cx="90311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9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PRIMAVV HUBS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43498" y="3152859"/>
            <a:ext cx="1640347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TOTAL ECOSYSTEM VALUE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992322" y="6431506"/>
            <a:ext cx="1271730" cy="23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641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14:25 UTC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498920" y="6431506"/>
            <a:ext cx="1142714" cy="23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641" b="true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OPTIMAL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992322" y="6238958"/>
            <a:ext cx="903113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LAST UPDATE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498920" y="6238958"/>
            <a:ext cx="1013698" cy="1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"/>
              </a:lnSpc>
            </a:pPr>
            <a:r>
              <a:rPr lang="en-US" sz="943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SYSTEM STATUS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DAHJge11GfQ</dc:identifier>
  <dcterms:modified xsi:type="dcterms:W3CDTF">2011-08-01T06:04:30Z</dcterms:modified>
  <cp:revision>1</cp:revision>
  <dc:title>Nomad_UI_Kit_2026.pptx</dc:title>
</cp:coreProperties>
</file>